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TaskFlow H1 2026 AI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 AI PM •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Strategy: Win by being the best-executed AI-enhanced productivity tool for SMBs</a:t>
            </a:r>
          </a:p>
          <a:p>
            <a:pPr>
              <a:defRPr sz="1800"/>
            </a:pPr>
            <a:r>
              <a:t>Approach: Partner for AI capabilities, focus on quality over quantity, subsidize to drive adoption</a:t>
            </a:r>
          </a:p>
          <a:p>
            <a:pPr>
              <a:defRPr sz="1800"/>
            </a:pPr>
            <a:r>
              <a:t>Target: Small teams (5-50 people) who value simplicity and reliability</a:t>
            </a:r>
          </a:p>
          <a:p>
            <a:pPr>
              <a:defRPr sz="1800"/>
            </a:pPr>
            <a:r>
              <a:t>H1 Goals: 65% AI adoption, 72% retention, 5 high-quality features shipped</a:t>
            </a:r>
          </a:p>
          <a:p>
            <a:pPr>
              <a:defRPr sz="1800"/>
            </a:pPr>
            <a:r>
              <a:t>Key Ask: Accept 25% margin hit on AI to drive retention and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DIAGNOSIS: The Strategic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productivity market is commoditizing - everyone is adding AI features</a:t>
            </a:r>
          </a:p>
          <a:p>
            <a:pPr>
              <a:defRPr sz="1800"/>
            </a:pPr>
            <a:r>
              <a:t>No clear winner has emerged for the SMB segment (5-50 person teams)</a:t>
            </a:r>
          </a:p>
          <a:p>
            <a:pPr>
              <a:defRPr sz="1800"/>
            </a:pPr>
            <a:r>
              <a:t>TaskFlow strengths: Proven SMB fit, successful AI track record, trust &amp; simplicity</a:t>
            </a:r>
          </a:p>
          <a:p>
            <a:pPr>
              <a:defRPr sz="1800"/>
            </a:pPr>
            <a:r>
              <a:t>Constraints: 2-person AI team, $50k/quarter budget, $3/user/month costs</a:t>
            </a:r>
          </a:p>
          <a:p>
            <a:pPr>
              <a:defRPr sz="1800"/>
            </a:pPr>
            <a:r>
              <a:t>Core question: How do we build defensible AI strategy with minimal resources?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Notion: Ecosystem lock-in strategy, but performance issues and average AI quality</a:t>
            </a:r>
          </a:p>
          <a:p>
            <a:pPr>
              <a:defRPr sz="1800"/>
            </a:pPr>
            <a:r>
              <a:t>Linear: AI-native with agent orchestration, but focused only on developers</a:t>
            </a:r>
          </a:p>
          <a:p>
            <a:pPr>
              <a:defRPr sz="1800"/>
            </a:pPr>
            <a:r>
              <a:t>Asana: Enterprise governance focus, ignoring SMB simplicity needs</a:t>
            </a:r>
          </a:p>
          <a:p>
            <a:pPr>
              <a:defRPr sz="1800"/>
            </a:pPr>
            <a:r>
              <a:t>Opportunity: High-quality AI for SMBs that 'just works' without complexity</a:t>
            </a:r>
          </a:p>
          <a:p>
            <a:pPr>
              <a:defRPr sz="1800"/>
            </a:pPr>
            <a:r>
              <a:t>Key insight: AI is table stakes (bundled into base pricing), not premium feature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GUIDING POLICY: How We'll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Partner for Capabilities: Leverage OpenAI/Anthropic, focus team on integration</a:t>
            </a:r>
          </a:p>
          <a:p>
            <a:pPr>
              <a:defRPr sz="1800"/>
            </a:pPr>
            <a:r>
              <a:t>2. Focus Beats Reactivity: Stick to roadmap, ignore competitor announcements</a:t>
            </a:r>
          </a:p>
          <a:p>
            <a:pPr>
              <a:defRPr sz="1800"/>
            </a:pPr>
            <a:r>
              <a:t>3. Subsidize Now, Monetize Later: Include AI in base price despite margin hit</a:t>
            </a:r>
          </a:p>
          <a:p>
            <a:pPr>
              <a:defRPr sz="1800"/>
            </a:pPr>
            <a:r>
              <a:t>4. AI as Enhancement: Improve existing workflows, don't rebuild as AI-first</a:t>
            </a:r>
          </a:p>
          <a:p>
            <a:pPr>
              <a:defRPr sz="1800"/>
            </a:pPr>
            <a:r>
              <a:t>5. Deliberate &amp; Defensible: Ship fewer features with exceptional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Tradeoffs: What We're NOT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Building proprietary AI models or core infrastructure</a:t>
            </a:r>
          </a:p>
          <a:p>
            <a:pPr>
              <a:defRPr sz="1800"/>
            </a:pPr>
            <a:r>
              <a:t>❌ Reacting to every competitor AI launch with matching features</a:t>
            </a:r>
          </a:p>
          <a:p>
            <a:pPr>
              <a:defRPr sz="1800"/>
            </a:pPr>
            <a:r>
              <a:t>❌ Charging premium pricing for AI (yet - H2 2026 decision point)</a:t>
            </a:r>
          </a:p>
          <a:p>
            <a:pPr>
              <a:defRPr sz="1800"/>
            </a:pPr>
            <a:r>
              <a:t>❌ Rebuilding TaskFlow as AI-first or agent-native product</a:t>
            </a:r>
          </a:p>
          <a:p>
            <a:pPr>
              <a:defRPr sz="1800"/>
            </a:pPr>
            <a:r>
              <a:t>❌ Moving fast and breaking things with experimental features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Positioning: 'TaskFlow: The productivity tool that works smarter, not louder.'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2026: Foundation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Partner Integration Framework (Weeks 1-6)</a:t>
            </a:r>
          </a:p>
          <a:p>
            <a:pPr>
              <a:defRPr sz="1800"/>
            </a:pPr>
            <a:r>
              <a:t>   • Finalize OpenAI/Anthropic contracts, build API abstraction layer</a:t>
            </a:r>
          </a:p>
          <a:p>
            <a:pPr>
              <a:defRPr sz="1800"/>
            </a:pPr>
            <a:r>
              <a:t>   • Target: &lt;$3/user/month costs, 99.5% uptime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AI Quality Baseline (Weeks 4-10)</a:t>
            </a:r>
          </a:p>
          <a:p>
            <a:pPr>
              <a:defRPr sz="1800"/>
            </a:pPr>
            <a:r>
              <a:t>   • Improve voice transcription accuracy from 85% to 92%+</a:t>
            </a:r>
          </a:p>
          <a:p>
            <a:pPr>
              <a:defRPr sz="1800"/>
            </a:pPr>
            <a:r>
              <a:t>   • Target: 4.2+ satisfaction score (currently 3.8)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Smart Task Breakdown (Weeks 7-12)</a:t>
            </a:r>
          </a:p>
          <a:p>
            <a:pPr>
              <a:defRPr sz="1800"/>
            </a:pPr>
            <a:r>
              <a:t>   • AI-powered task decomposition for complex work</a:t>
            </a:r>
          </a:p>
          <a:p>
            <a:pPr>
              <a:defRPr sz="1800"/>
            </a:pPr>
            <a:r>
              <a:t>   • Target: 40% try it, 25% adopt weekly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2026: Prove &amp;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AI-Enhanced Search &amp; Discovery (Weeks 1-8)</a:t>
            </a:r>
          </a:p>
          <a:p>
            <a:pPr>
              <a:defRPr sz="1800"/>
            </a:pPr>
            <a:r>
              <a:t>   • Natural language search across tasks and projects</a:t>
            </a:r>
          </a:p>
          <a:p>
            <a:pPr>
              <a:defRPr sz="1800"/>
            </a:pPr>
            <a:r>
              <a:t>   • Target: 60% use NL search, 35% faster discovery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Retention Validation (Weeks 1-12)</a:t>
            </a:r>
          </a:p>
          <a:p>
            <a:pPr>
              <a:defRPr sz="1800"/>
            </a:pPr>
            <a:r>
              <a:t>   • Measure AI impact on activation and retention</a:t>
            </a:r>
          </a:p>
          <a:p>
            <a:pPr>
              <a:defRPr sz="1800"/>
            </a:pPr>
            <a:r>
              <a:t>   • Target: AI users show 15%+ higher retention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Smart Notifications &amp; Prioritization (Weeks 9-12)</a:t>
            </a:r>
          </a:p>
          <a:p>
            <a:pPr>
              <a:defRPr sz="1800"/>
            </a:pPr>
            <a:r>
              <a:t>   • AI-powered 'what should I work on next?' suggestions</a:t>
            </a:r>
          </a:p>
          <a:p>
            <a:pPr>
              <a:defRPr sz="1800"/>
            </a:pPr>
            <a:r>
              <a:t>   • Target: 50% reduction in notification overload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H1 2026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Feature Adoption: 38% → 50% (Q1) → 65% (Q2)</a:t>
            </a:r>
          </a:p>
          <a:p>
            <a:pPr>
              <a:defRPr sz="1800"/>
            </a:pPr>
            <a:r>
              <a:t>AI User Retention (30-day): 62% → 68% (Q1) → 72% (Q2)</a:t>
            </a:r>
          </a:p>
          <a:p>
            <a:pPr>
              <a:defRPr sz="1800"/>
            </a:pPr>
            <a:r>
              <a:t>AI Cost per User: $3.20 → $3.00 (Q1) → $2.80 (Q2)</a:t>
            </a:r>
          </a:p>
          <a:p>
            <a:pPr>
              <a:defRPr sz="1800"/>
            </a:pPr>
            <a:r>
              <a:t>AI Feature Satisfaction: 3.8/5.0 → 4.2 (Q1) → 4.5 (Q2)</a:t>
            </a:r>
          </a:p>
          <a:p>
            <a:pPr>
              <a:defRPr sz="1800"/>
            </a:pPr>
            <a:r>
              <a:t>Weekly AI Feature Usage: 2.1x/user → 3.5x (Q1) → 5.0x (Q2)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milestone: Q2 checkpoint to decide H2 pricing based on retention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Assumptions to Validate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Partner APIs remain cost-effective (&lt;$3/user/month)</a:t>
            </a:r>
          </a:p>
          <a:p>
            <a:pPr>
              <a:defRPr sz="1800"/>
            </a:pPr>
            <a:r>
              <a:t>   • Mitigation: Abstraction layer for provider switching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SMBs value enhancement over AI-native novelty</a:t>
            </a:r>
          </a:p>
          <a:p>
            <a:pPr>
              <a:defRPr sz="1800"/>
            </a:pPr>
            <a:r>
              <a:t>   • Validation: Monthly user interviews, win/loss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Quality wins despite slower shipping velocity</a:t>
            </a:r>
          </a:p>
          <a:p>
            <a:pPr>
              <a:defRPr sz="1800"/>
            </a:pPr>
            <a:r>
              <a:t>   • Validation: 4.5/5.0 satisfaction vs. industry 3.8/5.0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Subsidization drives retention gains (15%+ lift)</a:t>
            </a:r>
          </a:p>
          <a:p>
            <a:pPr>
              <a:defRPr sz="1800"/>
            </a:pPr>
            <a:r>
              <a:t>   • Decision point: Q2 checkpoint on H2 pricing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Customers Choose TaskFlow's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vs. Notion:</a:t>
            </a:r>
          </a:p>
          <a:p>
            <a:pPr>
              <a:defRPr sz="1800"/>
            </a:pPr>
            <a:r>
              <a:t>  • Performance + simplicity vs. slow, overwhelming product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vs. Linear:</a:t>
            </a:r>
          </a:p>
          <a:p>
            <a:pPr>
              <a:defRPr sz="1800"/>
            </a:pPr>
            <a:r>
              <a:t>  • Accessible to cross-functional teams vs. developer-only focus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vs. Asana:</a:t>
            </a:r>
          </a:p>
          <a:p>
            <a:pPr>
              <a:defRPr sz="1800"/>
            </a:pPr>
            <a:r>
              <a:t>  • SMB-appropriate simplicity vs. enterprise complexity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Defensible advantages:</a:t>
            </a:r>
          </a:p>
          <a:p>
            <a:pPr>
              <a:defRPr sz="1800"/>
            </a:pPr>
            <a:r>
              <a:t>  • Deep focus on SMB workflows (not trying to serve everyone)</a:t>
            </a:r>
          </a:p>
          <a:p>
            <a:pPr>
              <a:defRPr sz="1800"/>
            </a:pPr>
            <a:r>
              <a:t>  • Quality over quantity (3 exceptional features &gt; 10 mediocre ones)</a:t>
            </a:r>
          </a:p>
          <a:p>
            <a:pPr>
              <a:defRPr sz="1800"/>
            </a:pPr>
            <a:r>
              <a:t>  • Integrated enhancement (improves existing workflows seamlessly)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&amp; 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Risk: Partner pricing increases (Medium probability, High impact)</a:t>
            </a:r>
          </a:p>
          <a:p>
            <a:pPr>
              <a:defRPr sz="1800"/>
            </a:pPr>
            <a:r>
              <a:t>  • Mitigation: Abstraction layer, volume discounts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Risk: Competitors bundle better AI (High probability, Medium impact)</a:t>
            </a:r>
          </a:p>
          <a:p>
            <a:pPr>
              <a:defRPr sz="1800"/>
            </a:pPr>
            <a:r>
              <a:t>  • Mitigation: Double down on SMB-specific workflows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Risk: Speed disadvantage costs deals (Medium probability, Medium impact)</a:t>
            </a:r>
          </a:p>
          <a:p>
            <a:pPr>
              <a:defRPr sz="1800"/>
            </a:pPr>
            <a:r>
              <a:t>  • Mitigation: Track win/loss reasons, adjust velocity in Q3 if needed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Risk: Subsidization unsustainable (Low probability, High impact)</a:t>
            </a:r>
          </a:p>
          <a:p>
            <a:pPr>
              <a:defRPr sz="1800"/>
            </a:pPr>
            <a:r>
              <a:t>  • Mitigation: Q2 checkpoint, move to premium tier if retention &lt;10%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from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From Leadership:</a:t>
            </a:r>
          </a:p>
          <a:p>
            <a:pPr>
              <a:defRPr sz="1800"/>
            </a:pPr>
            <a:r>
              <a:t>  ✅ Approve 25% margin hit on AI for H1 2026 (recoverable via retention)</a:t>
            </a:r>
          </a:p>
          <a:p>
            <a:pPr>
              <a:defRPr sz="1800"/>
            </a:pPr>
            <a:r>
              <a:t>  ✅ Support roadmap discipline - saying 'no' to reactive features</a:t>
            </a:r>
          </a:p>
          <a:p>
            <a:pPr>
              <a:defRPr sz="1800"/>
            </a:pPr>
            <a:r>
              <a:t>  ✅ Confirm $50k/quarter AI infrastructure budget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From Product/Engineering:</a:t>
            </a:r>
          </a:p>
          <a:p>
            <a:pPr>
              <a:defRPr sz="1800"/>
            </a:pPr>
            <a:r>
              <a:t>  ✅ Full team focus on 5 initiatives only (no scope creep)</a:t>
            </a:r>
          </a:p>
          <a:p>
            <a:pPr>
              <a:defRPr sz="1800"/>
            </a:pPr>
            <a:r>
              <a:t>  ✅ Quality bar: 4.2+ satisfaction or feature doesn't ship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From Go-to-Market:</a:t>
            </a:r>
          </a:p>
          <a:p>
            <a:pPr>
              <a:defRPr sz="1800"/>
            </a:pPr>
            <a:r>
              <a:t>  ✅ Messaging support: 'AI that enhances, not replaces'</a:t>
            </a:r>
          </a:p>
          <a:p>
            <a:pPr>
              <a:defRPr sz="1800"/>
            </a:pPr>
            <a:r>
              <a:t>  ✅ Win/loss tracking to validate strategy 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